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Capa
Abertura em 40 segundos: quem sou, onde sirvo e por que este tema. Frase de entrada sugerida: "um paraquedas mal controlado não é um problema administrativo, é um problema de segurança de quem salta".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Roteiro
Anunciar o percurso em 30 segundos e avisar que os dados da pesquisa aparecem no bloco 04, e isso segura a atenção até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Divisor · Introdução
Divisor: pausa curta, uma frase,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O B DOMPSA e o Mat Aet
Aqui é onde a plateia civil ou de outra arma entende o objeto. Se houver tempo, contar em uma frase o que é a dobragem e por que 100 saltos importam.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Problema de pesquisa
Slide-chave. Ler a pergunta devagar, olhando para a banca. Se levarem uma única coisa da apresentação, é esta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Questões e objetivo
As quatro perguntas voltam respondidas no bloco de conclusão, e vale avisar isso agora: cria expectativa e fecha o arco. O objetivo geral pode ser lido tal como está no cartão. Os objetivos específicos ficaram fora da tela de propósito, porque numa apresentação de trinta minutos eles repetem as próprias perguntas; se a banca pedir, são três: mapear o modelo atual, analisar quem já usa Logística 4.0 e avaliar a viabilidade no B DOMPSA.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Divisor · Referencial
Transição: "estabelecido o problema, vejamos o que já se sabe".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Da Indústria 4.0 à Logística 4.0
Fechar dizendo em que ponto dessa linha está o B DOMPSA hoje,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Dois depósitos
Slide de contraste, e é preciso dizer isso em voz alta para a plateia não ler como crítica ao batalhão. O armazém da esquerda é uma ilustração do que a indústria chama de Logística 4.0; o da direita é real e funciona, com norma técnica rigorosa e gente competente. O que falta de um lado para o outro não é zelo, é instrumento de registro. Amarrar com a linha do tempo do slide anterior: o B DOMPSA está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IoT, Big Data e IA
Uma frase por tecnologia. Amarrar cada uma a um problema concreto do batalhão: IoT ao paraquedas etiquetado, Big Data ao histórico de saltos, IA à reposição.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Lacuna de pesquisa
Momento de virada do bloco teórico. Frase curta, pausa, seguir para a metodologia.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Divisor · Metodologia
Aqui a banca presta mais atenção. Ritmo mais lento, precisão nos termos.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Como a pesquisa foi feita
Um minuto, não mais. Se perguntarem o tamanho da amostra: foram 43 militares convidados e 29 respostas válidas, taxa de retorno de 67,4 por cento, que é alta para pesquisa desse tipo. O número não está na tela porque o que sustenta o achado é o perfil de quem respondeu, gente que opera o material todo dia, e não a contagem.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Divisor · Resultados
Ponto alto da apresentação. Subir a energia da voz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O depósito
Deixar o vídeo correr e falar por cima, sem apressar. Quinze a vinte segundos bastam: a plateia precisa sentir o tamanho do acervo antes de ver as médias. Clicar no vídeo pausa, se quiser congelar numa prateleira específica.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Panorama dos achados
Dar três segundos de silêncio depois de mostrar os quatro números. Deixar a plateia ler antes de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Problemas recorrentes
Os cinco primeiros problemas são, todos, sintomas do mesmo mal: a informação não circula. Dizer isso explicitamente.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O controle é uma prancheta
Slide de uma frase. Deixar a foto respirar dois segundos antes de falar. É a imagem que amarra os 65,5 por cento do slide anterior: o controle existe, é rigoroso e é feito por gente competente, mas nasce e morre naquele papel. Nada do que está ali chega ao setor seguinte sem alguém digitar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Potencial percebido
A percepção favorável é praticamente unânime. Isso importa porque adoção de tecnologia falha, quase sempre, por resistência, e aqui ela não aparece como principal barreira.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Barreiras à adoção
Reconhecer as barreiras dá credibilidade e prepara o terreno para a proposta gradual do POP. Não passar rápido por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Os especialistas
Três cartões, uma frase cada, e a convergência no fim. As citações completas, se quiser usar alguma: Azevedo diz que o SisCAAeT é um embrião da Logística 4.0 no Exército, por estabelecer os fundamentos digitais. Lana diz que um sistema informatizado permitiria auditorias perfeitas, garantindo que a revalidação após cem saltos fosse rigorosamente cumprida, e insiste em preservar a contingência manual. Santos diz que sem dados integrados o comandante ou mantém estoque excessivo por receio de falta, ou descobre a indisponibilidade no dia da missão.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Evidências de campo
Este é o slide emocional da apresentação. Deixar a foto respirar dois segundos antes de falar. Amarrar ao 2,86 de rastreabilidade, é o argumento que transforma o dado em consequência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Síntese interpretativa
Este é o slide que amarra tudo. Percorrer linha por linha, da esquerda para a direita, sem ler literalmente.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Divisor · Conclusão
Sinalizar o fechamento. A plateia se reorganiza quando percebe que a conclusão começou.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Resposta à questão central
Esta frase final precisa ecoar o slide do problema. É o fechamento do arco, dizer devagar.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26. Proposta · POP em 4 fases
Começar pelo desenho de cima: hoje o dado passa por três mãos antes de virar decisão, e a decisão só existe quando alguém consolida. Embaixo, a etiqueta é lida na própria etapa e o comando enxerga no mesmo instante. Só depois percorrer as quatro fases. Ter em mente as 12 etapas do apêndice, caso peçam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27. O batalhão já se move
Este slide muda o peso da apresentação: mostra que a pesquisa não propõe uma hipótese de gabinete, ela chega junto com um plano institucional em execução. O SISPQD de 2009 diz que a ideia é antiga no batalhão e que só agora a tecnologia e o orçamento a alcançaram. A comparação de valores é a frase mais forte daqui, e convém explicá-la: os R$ 467 mil são investimento único em TIC, os R$ 26 milhões são gasto de um ano com o próprio material aeroterrestre, entre modernização da Brigada e insumos de dobragem. Um custa menos de dois por cento do outro. Se perguntarem a origem, são os valores do estudo de viabilidade do Batalhão, de 2026, cujo parecer é pela viabilidade; a aprovação superior ainda não está registrada no documento, e vale dizer isso se a pergunta vier.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28. Limitações e trabalhos futuros
Assumir as limitações com naturalidade: reconhecê-las é sinal de domínio, não de fraqueza. No requisito operacional, insistir: o B DOMPSA opera fora de sede, e um sistema que só funciona com rede e energia estáveis não serve. Ou ele trabalha off-line e sincroniza depois, ou não passa do depósito. É a diferença entre um sistema de escritório e um sistema de campanha.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29. Continuidade da pesquisa
Não entrar em métrica aqui, o piloto é ilustração de que o caminho já começou. Se alguém perguntar o resultado, a resposta honesta é que nenhum modelo superou a média histórica, e que é exatamente por isso que o estudo se justifica: falta ao histórico a variável que explica o salto de demanda, e essa variável é a que o registro rastreado passaria a produzir.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30. Referências
Slide de passagem rápida. Serve à banca, não à plateia.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31. Encerramento
Ler o mandamento devagar e deixar o silêncio trabalhar. Numa plateia de logística quase ninguém conhece esse texto, e ele explica em três linhas por que rastreabilidade de Mat Aet não é assunto administrativo. Depois dele, só o agradecimento falado: dizer o nome do congresso, agradecer a atenção e parar. O silêncio que vem em seguida é do público, não seu.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video" Target="../media/media-15-2.mp4"/><Relationship Id="rId3" Type="http://schemas.microsoft.com/office/2007/relationships/media" Target="../media/media-15-2.mp4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92460" y="845799"/>
            <a:ext cx="3771806" cy="5029074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newsflash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split orient="horz" dir="out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Escola de Aperfeiçoamento de Oficiais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IoT, Big Data e inteligência artificial na gestão do material aeroterrestre</dc:title>
  <dc:subject>Estudo aplicado ao B DOMPSA</dc:subject>
  <dc:creator>Cap Jefferson Daniel Ferreira Martins</dc:creator>
  <cp:lastModifiedBy>Cap Jefferson Daniel Ferreira Martins</cp:lastModifiedBy>
  <cp:revision>1</cp:revision>
  <dcterms:created xsi:type="dcterms:W3CDTF">2026-09-08T10:37:16Z</dcterms:created>
  <dcterms:modified xsi:type="dcterms:W3CDTF">2026-09-08T10:37:16Z</dcterms:modified>
</cp:coreProperties>
</file>