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Este é o slide do diagnóstico, e convém apresentá-lo sem tom de crítica. O controle existe, é rigoroso e é feito por gente competente; o que falta é o instrumento que liga um registro ao outro. As quatro fotos seguem o fluxo real do material, da pista ao interior da aeronave. Se sobrar tempo, contar em uma frase o que é a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Referência de mercado
Slide de contraste, e é preciso dizer isso em voz alta para a plateia não ler como crítica ao batalhão. O armazém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Os especialistas
Três cartões, uma frase cada, e a convergência no fim. As citações completas, se quiser usar alguma: Azevedo diz que o SisCAAeT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Resposta às questões de estudo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video" Target="../media/media-16-2.mp4"/><Relationship Id="rId3" Type="http://schemas.microsoft.com/office/2007/relationships/media" Target="../media/media-16-2.mp4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2026-09-09T02:32:27Z</dcterms:created>
  <dcterms:modified xsi:type="dcterms:W3CDTF">2026-09-09T02:32:27Z</dcterms:modified>
</cp:coreProperties>
</file>