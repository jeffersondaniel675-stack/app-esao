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 —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Continuidade da pesquisa
Fechamento do argumento: o TCC mostrou que o dado não circula; o mestrado ataca o passo seguinte, que é usar esse dado para antecipar a necessidade. Deixar claro que o painel é esboço —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2026-09-07T10:43:56Z</dcterms:created>
  <dcterms:modified xsi:type="dcterms:W3CDTF">2026-09-07T10:43:56Z</dcterms:modified>
</cp:coreProperties>
</file>