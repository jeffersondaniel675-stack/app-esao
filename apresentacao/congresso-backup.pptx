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 —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 —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 — o assunto de verdade começa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 —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 —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IoT, Big Data e IA
Uma frase por tecnologia. Amarrar cada uma a um problema concreto do batalhão —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Base doutrinária
Não ler a tabela. Comentar só a terceira coluna —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Delineamento da pesquisa
Justificar em uma frase por eixo. Evitar decorar definições —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Amostra e coleta
A taxa de retorno de 67,4% é alta para pesquisa desse tipo — vale dizer isso em voz alta,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Diagnóstico do modelo atual
A leitura é esta: o único indicador acima de 4 é justamente o que não deveria estar —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Potencial percebido
A percepção favorável é praticamente unânime. Isso importa porque adoção de tecnologia falha, quase sempre, por resistência —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Evidências de campo
Este é o slide emocional da apresentação. Deixar a foto respirar dois segundos antes de falar. Amarrar ao 2,86 de rastreabilidade —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Resposta à questão central
Esta frase final precisa ecoar o slide do problema. É o fechamento do arco —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Limitações e trabalhos futuros
Assumir as limitações com naturalidade —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Encerramento
Fechar no tom, sem esticar. Dizer o nome do congresso e agradecer a atenção — e parar. O silêncio depois do "obrigado"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video" Target="../media/media-21-2.mp4"/><Relationship Id="rId3" Type="http://schemas.microsoft.com/office/2007/relationships/media" Target="../media/media-21-2.mp4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2026-09-07T10:01:38Z</dcterms:created>
  <dcterms:modified xsi:type="dcterms:W3CDTF">2026-09-07T10:01:38Z</dcterms:modified>
</cp:coreProperties>
</file>