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Este é o slide do diagnóstico, e convém apresentá-lo sem tom de crítica. O controle existe, é rigoroso e é feito por gente competente; o que falta é o instrumento que liga um registro ao outro. As quatro fotos seguem o fluxo real do material, da pista ao interior da aeronave. Se sobrar tempo, contar em uma frase o que é a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Referência de mercado
Slide de contraste, e é preciso dizer isso em voz alta para a plateia não ler como crítica ao batalhão. O depósito da esquerda é uma ilustração do que a indústria chama de Logística 4.0; o da direita é real e funciona, com norma técnica rigorosa e gente competente. O que falta de um lado para o outro não é zelo, é instrumento de registro. Amarrar com a linha do tempo do slide anterior: o B DOMPSA está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Resposta às questões de estudo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video" Target="../media/media-16-2.mp4"/><Relationship Id="rId3" Type="http://schemas.microsoft.com/office/2007/relationships/media" Target="../media/media-16-2.mp4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2026-09-09T03:01:10Z</dcterms:created>
  <dcterms:modified xsi:type="dcterms:W3CDTF">2026-09-09T03:01:10Z</dcterms:modified>
</cp:coreProperties>
</file>