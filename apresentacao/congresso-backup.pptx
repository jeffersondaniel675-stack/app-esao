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 —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 —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Contexto · Logística 4.0
Não gastar mais de 1 minuto. É pano de fundo — o assunto de verdade começa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de estudo
Avisar que elas voltam no fim — cria expectativa e fecha o arco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Objetivos
Mostrar o alinhamento: cada objetivo específico tem um bloco de resultados correspondente mais à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Justificativa
O OEE nº 24 é o argumento mais forte diante de uma banca militar. Guardá-lo para o final da fala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Da Indústria 4.0 à Logística 4.0
Fechar dizendo em que ponto dessa linha está o B DOMPSA hoje —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O recorte do estudo
Slide de delimitação, e ele existe por causa desta plateia: num congresso de Logística 4.0 ninguém precisa que expliquem o que é blockchain. O que interessa é por que estas três, e não as outras sete. A resposta está nos gargalos medidos — dizer isso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IoT, Big Data e IA
Uma frase por tecnologia. Amarrar cada uma a um problema concreto do batalhão —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Base doutrinária
Não ler a tabela. Comentar só a terceira coluna — é ela que sustenta a legitimidade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Lacuna de pesquisa
Momento de virada do bloco teórico. Frase curta, pausa, seguir para a metodologia.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Delineamento da pesquisa
Justificar em uma frase por eixo. Evitar decorar definições — explicar por que couberam ao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Amostra e coleta
A taxa de retorno de 67,4% é alta para pesquisa desse tipo — vale dizer isso em voz alta, sustenta a validade da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Perfil da amostra
O argumento aqui é de autoridade da amostra: quem respondeu é quem mexe no material todo 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Instrumentos e análise
Destacar a triangulação: nenhuma conclusão se apoia numa fonte só. É o ponto que mais rende pergunta de banca.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Panorama dos achados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Diagnóstico do modelo atual
A leitura é esta: o único indicador acima de 4 é justamente o que não deveria estar — a dependência do papel. E o mais baixo é a rastreabilidade, que é exatamente o que a segurança do salto exige.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Etapas críticas
Frase-chave deste slide: o gargalo é informacional, não físico. Ela costura o diagnóstico à proposta tecnológica.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Problemas recorrentes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Potencial percebido
A percepção favorável é praticamente unânime. Isso importa porque adoção de tecnologia falha, quase sempre, por resistência —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Aspectos mais beneficiados
Coincidência importante: o que dói é o que eles esperam que a tecnologia resolva. Sobreposição perfeita entre diagnóstico e expectativa.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Barreiras à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Entrevista · SisCAAeT
Esta é a evidência de viabilidade mais forte do trabalho: não é hipótese, é sistema rodando em contexto militar semelhante.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31. Entrevista · Cel Lana
O ponto do Cel Lana eleva o problema de administrativo para operacional: controle falho significa material vencido em uso. Falar isso com peso.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32. Entrevista · Prof. Santos
Esta distinção é o que impede a banca de concluir que basta informatizar. Vale repetir a expressão "fonte única da verdade".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33. Evidências de campo
Este é o slide emocional da apresentação. Deixar a foto respirar dois segundos antes de falar. Amarrar ao 2,86 de rastreabilidade — é o argumento que transforma o dado em consequência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34.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36. Resposta à questão central
Esta frase final precisa ecoar o slide do problema. É o fechamento do arco —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37.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38. Limitações e trabalhos futuros
Assumir as limitações com naturalidade — reconhecê-las é sinal de domínio, não de fraqueza. Emendar direto na frase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40. Encerramento
Fechar no tom, sem esticar. Dizer o nome do congresso e agradecer a atenção — e parar. O silêncio depois do "obrigado"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video" Target="../media/media-22-2.mp4"/><Relationship Id="rId3" Type="http://schemas.microsoft.com/office/2007/relationships/media" Target="../media/media-22-2.mp4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2026-09-07T10:07:06Z</dcterms:created>
  <dcterms:modified xsi:type="dcterms:W3CDTF">2026-09-07T10:07:06Z</dcterms:modified>
</cp:coreProperties>
</file>