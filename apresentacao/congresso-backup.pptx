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objeto, e vale gastar trinta segundos. Diga o que é o Batalhão antes de qualquer número: é a unidade da Brigada Paraquedista que dobra e mantém os paraquedas do Exército, guarda e distribui o material aeroterrestre e prepara a carga lançada pelo ar, e é a autoridade técnica da Força no assunto. Depois explique a dobragem em uma frase e por que a contagem de saltos importa. A base normativa é o EB70-MC-10.366, que atribui ao Batalhão essa condição de autoridade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Deixe este slide na tela durante o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2026-09-11T18:25:33Z</dcterms:created>
  <dcterms:modified xsi:type="dcterms:W3CDTF">2026-09-11T18:25:34Z</dcterms:modified>
</cp:coreProperties>
</file>