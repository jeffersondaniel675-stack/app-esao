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administrativo,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04, e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Contexto · Logística 4.0
Não gastar mais de 1 minuto. É pano de fundo, o assunto de verdade começa no próximo slide. Para dizer: a Indústria 4.0 se caracteriza pela automação, pela digitalização e pela integração entre sistemas físicos e digitais; aplicada à cadeia de suprimentos, deu origem à Logística 4.0, que incorpora tecnologia para aprimorar a decisão, reduzir custos e otimizar processos. Nas Forças Armadas, a Doutrina Militar Terrestre prevê logística compatível com operações de amplo espectro, com ênfase em tecnologias que ampliem eficiência e integração.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O B DOMPSA e o Mat Aet
Aqui é onde a plateia civil ou de outra arma entende o objeto. Se houver tempo, contar em uma frase o que é a dobragem e por que 100 saltos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Questões de estudo
Avisar que elas voltam no fim, isso cria expectativa e fecha o arco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Objetivos
Mostrar o alinhamento: cada objetivo específico tem um bloco de resultados correspondente mais à frente.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Justificativa
O OEE nº 24 é o argumento mais forte diante de uma banca militar. Guardá-lo para o final da fala deste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Da Indústria 4.0 à Logística 4.0
Fechar dizendo em que ponto dessa linha está o B DOMPSA hoje,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O recorte do estudo
Slide de delimitação, e ele existe por causa desta plateia: num congresso de Logística 4.0 ninguém precisa que expliquem o que é blockchain. O que interessa é por que estas três, e não as outras sete. A resposta está nos gargalos medidos, dizer isso e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IoT, Big Data e IA
Uma frase por tecnologia. Amarrar cada uma a um problema concreto do batalhão: IoT ao paraquedas etiquetado, Big Data ao histórico de saltos, IA à reposição.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Base doutrinária
Não ler a tabela. Comentar só a terceira coluna, é ela que sustenta a legitimidade da proposta.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Lacuna de pesquisa
Momento de virada do bloco teórico. Frase curta, pausa, seguir para a metodologia.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Delineamento da pesquisa
Justificar em uma frase por eixo. Evitar decorar definições, explicar por que couberam ao objeto.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Amostra e coleta
A taxa de retorno de 67,4% é alta para pesquisa desse tipo, e vale dizer isso em voz alta: sustenta a validade da amostra.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Perfil da amostra
O argumento aqui é de autoridade da amostra: quem respondeu é quem mexe no material todo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Instrumentos e análise
Destacar a triangulação: nenhuma conclusão se apoia numa fonte só. É o ponto que mais rende pergunta de banca.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O depósito
Deixar o vídeo correr e falar por cima, sem apressar. Quinze a vinte segundos bastam: a plateia precisa sentir o tamanho do acervo antes de ver as médias. Clicar no vídeo pausa, se quiser congelar numa prateleira específica.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Panorama dos achados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Diagnóstico do modelo atual
A leitura é esta: o único indicador acima de 4 é justamente o que não deveria estar, a dependência do papel. E o mais baixo é a rastreabilidade, que é exatamente o que a segurança do salto exige.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Etapas críticas
Frase-chave deste slide: o gargalo é informacional, não físico. Ela costura o diagnóstico à proposta tecnológica.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Problemas recorrentes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Potencial percebido
A percepção favorável é praticamente unânime. Isso importa porque adoção de tecnologia falha, quase sempre, por resistência,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Aspectos mais beneficiados
Coincidência importante: o que dói é o que eles esperam que a tecnologia resolva. Sobreposição perfeita entre diagnóstico e expectativa.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29. Barreiras à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30. Entrevista · SisCAAeT
Esta é a evidência de viabilidade mais forte do trabalho: não é hipótese, é sistema rodando em contexto militar semelhante.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31. Entrevista · Cel Lana
O ponto do Cel Lana eleva o problema de administrativo para operacional: controle falho significa material vencido em uso. Falar isso com peso.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32. Entrevista · Prof. Santos
Esta distinção é o que impede a banca de concluir que basta informatizar. Vale repetir a expressão "fonte única da verdade".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33. Evidências de campo
Este é o slide emocional da apresentação. Deixar a foto respirar dois segundos antes de falar. Amarrar ao 2,86 de rastreabilidade, é o argumento que transforma o dado em consequência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36. Resposta à questão central
Esta frase final precisa ecoar o slide do problema. É o fechamento do arco, dizer devagar.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37. Proposta · POP em 4 fases
Começar pelo desenho de cima: hoje o dado passa por três mãos antes de virar decisão, e a decisão só existe quando alguém consolida. Embaixo, a etiqueta é lida na própria etapa e o comando enxerga no mesmo instante. Só depois percorrer as quatro fases.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38. Limitações e trabalhos futuros
Assumir as limitações com naturalidade: reconhecê-las é sinal de domínio, não de fraqueza. Emendar direto na frase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39. Continuidade da pesquisa
Fechamento do argumento: o TCC mostrou que o dado não circula; o mestrado ataca o passo seguinte, que é usar esse dado para antecipar a necessidade. Deixar claro que o painel é esboço, porque a plateia de Logística 4.0 vai olhar para ele com olho técnico.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40. Referências
Slide de passagem rápida. Serve à banca, não à plateia.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41. Encerramento
Ler o mandamento devagar e deixar o silêncio trabalhar. Numa plateia de logística quase ninguém conhece esse texto, e ele explica em três linhas por que rastreabilidade de Mat Aet não é assunto administrativo. Depois dele, só o agradecimento falado: dizer o nome do congresso, agradecer a atenção e parar. O silêncio que vem em seguida é do público, não seu.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video" Target="../media/media-22-2.mp4"/><Relationship Id="rId3" Type="http://schemas.microsoft.com/office/2007/relationships/media" Target="../media/media-22-2.mp4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845799"/>
            <a:ext cx="3771806" cy="5029074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split orient="horz" dir="out"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IoT, Big Data e inteligência artificial na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2026-09-07T17:20:11Z</dcterms:created>
  <dcterms:modified xsi:type="dcterms:W3CDTF">2026-09-07T17:20:11Z</dcterms:modified>
</cp:coreProperties>
</file>