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O 8º Mandamento
Pausa antes da proposta. Ler o mandamento devagar e deixar o silêncio trabalhar. Numa plateia de logística, quase ninguém conhece esse texto, e ele explica em três linhas por que rastreabilidade de Mat Aet não é assunto administrativo. Emendar com a frase do slide: o POP é esse mandamento aplicado ao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Encerramento
Sem palavra escrita na tela: o agradecimento é falado. Dizer o nome do congresso, agradecer a atenção e parar. O silêncio depois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2026-09-07T16:02:04Z</dcterms:created>
  <dcterms:modified xsi:type="dcterms:W3CDTF">2026-09-07T16:02:04Z</dcterms:modified>
</cp:coreProperties>
</file>