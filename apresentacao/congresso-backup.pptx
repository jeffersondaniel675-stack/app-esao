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Proposta · POP em 4 fases
Se a banca perguntar "e como se faz?", a resposta está aqui.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2026-09-07T09:50:35Z</dcterms:created>
  <dcterms:modified xsi:type="dcterms:W3CDTF">2026-09-07T09:50:35Z</dcterms:modified>
</cp:coreProperties>
</file>