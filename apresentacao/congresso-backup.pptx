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O 8º Mandamento
Pausa antes da proposta. Ler o mandamento devagar e deixar o silêncio trabalhar. Numa plateia de logística, quase ninguém conhece esse texto, e ele explica em três linhas por que rastreabilidade de Mat Aet não é assunto administrativo. Emendar com a frase do slide: o POP é esse mandamento aplicado ao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Limitações e trabalhos futuros
Assumir as limitações com naturalidade: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Continuidade da pesquisa
Fechamento do argumento: o TCC mostrou que o dado não circula; o mestrado ataca o passo seguinte, que é usar esse dado para antecipar a necessidade. Deixar claro que o painel é esboço, porque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 Encerramento
Fechar no tom, sem esticar. Dizer o nome do congresso e agradecer a atenção,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2026-09-07T10:56:10Z</dcterms:created>
  <dcterms:modified xsi:type="dcterms:W3CDTF">2026-09-07T10:56:10Z</dcterms:modified>
</cp:coreProperties>
</file>