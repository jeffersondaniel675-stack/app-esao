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Este é o slide do diagnóstico, e convém apresentá-lo sem tom de crítica. O controle existe, é rigoroso e é feito por gente competente; o que falta é o instrumento que liga um registro ao outro. As quatro fotos seguem o fluxo real do material, da pista ao interior da aeronave. Se sobrar tempo, contar em uma frase o que é a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Referência de mercado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Resposta às questões de estudo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2026-09-09T02:48:56Z</dcterms:created>
  <dcterms:modified xsi:type="dcterms:W3CDTF">2026-09-09T02:48:56Z</dcterms:modified>
</cp:coreProperties>
</file>