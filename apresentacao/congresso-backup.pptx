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 Antes de abrir para perguntas, avise que o QR ao lado do contato traz o resumo da palestra, e deixe este slide na tela durante todo o debate: é enquanto se responde que a plateia fotografa. O código não é um link, é o texto do resumo em si, então funciona mesmo sem internet no celular de quem lê.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qr-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47" y="3640960"/>
            <a:ext cx="2179265" cy="2179266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2026-09-09T19:40:53Z</dcterms:created>
  <dcterms:modified xsi:type="dcterms:W3CDTF">2026-09-09T19:40:53Z</dcterms:modified>
</cp:coreProperties>
</file>