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O comandante do Batalhão está na plateia. Diga em voz alta, antes de comentar as fotos, que o controle existe, é rigoroso e cumpre a norma, e que a limitação apontada é de instrumento de registro. Nenhum achado desta pesquisa é sobre execução. As quatro fotos seguem o fluxo real do material, da pista ao interior da aeronave. Para os civis, explique em uma frase o que é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Resposta às questões de estudo
Esta frase final precisa ecoar o slide do problema. É o fechamento do arco, dizer devagar. Em seguida, a aplicabilidade: o encadeamento não é exclusivo do material aeroterrestre, serve a qualquer Órgão Provedor que controle material por item, com vida útil e histórico. E a ressalva de Arora, Bhatia e Sidharth: em depósito militar, prontidão tecnológica não se compra com equipamento, depende de maturidade organizacional e capacitação. É o que o caso do 21º Depósito de Suprimento mostrou na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Transformação digital da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2026-09-09T18:53:17Z</dcterms:created>
  <dcterms:modified xsi:type="dcterms:W3CDTF">2026-09-09T18:53:18Z</dcterms:modified>
</cp:coreProperties>
</file>