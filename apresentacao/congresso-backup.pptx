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objeto, e vale gastar trinta segundos. Diga o que é o Batalhão antes de qualquer número: é a unidade da Brigada Paraquedista que dobra e mantém os paraquedas do Exército, guarda e distribui o material aeroterrestre e prepara a carga lançada pelo ar, e é a autoridade técnica da Força no assunto. Depois explique a dobragem em uma frase e por que a contagem de saltos importa. A base normativa é o EB70-MC-10.366, que atribui ao Batalhão essa condição de autoridade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O comandante do Batalhão está na plateia. Diga em voz alta, antes de comentar as fotos, que o controle existe, é rigoroso e cumpre a norma, e que a limitação apontada é de instrumento de registro. Nenhum achado desta pesquisa é sobre execução. As quatro fotos seguem o fluxo real do material, da pista ao interior da aeronave. Para os civis, explique em uma frase o que é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Um minuto e meio, percorrendo a linha da esquerda para a direita. O argumento é que a Logística 4.0 não caiu de paraquedas na doutrina: ela é o ponto atual de uma evolução, e a logística militar está na origem dela. ORIGEM: a logística nasce militar, na campanha, para sustentar a tropa em movimento. Transporte, suprimento e manutenção são funções de guerra antes de serem funções de empresa. DIFUSÃO: o meio empresarial adota a mesma lógica e passa a medi-la em custo e em prazo. É quando ela vira pilar de competitividade. INDÚSTRIA 4.0: o salto não é de máquina, é de informação. Máquina, produto e sistema passam a trocar dados em tempo real, por sensores e automação. Öztemel e Gursev descrevem esse estágio como sistemas ciberfísicos. LOGÍSTICA 4.0: a mesma lógica aplicada ao fluxo do material. O item informa onde está e em que estado, e a decisão deixa de depender de alguém ir olhar. HORIZONTE: a sustentação preditiva, em que o histórico antecipa a demanda e a manutenção antes de a falta aparecer. É onde o campo caminha, não onde ele está. FECHAMENTO, e é a frase que importa: nessa linha, o Batalhão opera entre o registro manual e a informatização parcial. A norma está consolidada e a execução é rigorosa, mas o dado ainda não circula sozinho. Diga isso olhando para a plateia, não para a tela, porque é a ponte para o bloco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Dois minutos, um cartão de cada vez, e cada tecnologia amarrada a um problema concreto do Batalhão. Comece dizendo por que são três: a literatura associa dez tecnologias à Logística 4.0, e o estudo recorta as três que respondem aos problemas medidos, identificar o item, integrar a informação e apoiar a decisão. As outras sete existem, mas não respondem a este problema. INTERNET DAS COISAS, que é a mais concreta e a que a plateia entende primeiro: uma etiqueta de QR Code ou RFID no conjunto e um leitor na etapa de trabalho. O paraquedas passa a ser lido no recebimento, na dobragem, na manutenção, e cada leitura já grava onde ele está, em que condição e há quanto tempo. Ninguém digita, e é por isso que o erro de lançamento cai. Foi a tecnologia com a maior média da pesquisa, 4,69. BIG DATA, e aqui o cuidado é não deixar virar palavra vazia: não é volume de dado, é o que hoje está repartido entre livro, ficha e planilha reunido numa base só. Com o histórico junto, aparece o padrão que ninguém enxerga em três cadernos separados: consumo por tipo de paraquedas, tempo entre inspeções, item que mais falha. INTELIGÊNCIA ARTIFICIAL, e convém dizer que é a última da fila, não a primeira: ela depende do histórico que as duas anteriores produzem. Sobre esse histórico, o modelo projeta a demanda e a fila de manutenção, e a reposição ganha data e quantidade estimadas em vez de percepção. Se alguém perguntar por que não começar pela IA, a resposta está no slide da conclusão: sem dado padronizado e integrado, não há o que o modelo aprenda.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 Ao falar do registro, cite os três instrumentos, porque a plateia tende a imaginar só papel: a prancheta e a ficha acompanham o material no depósito, e a planilha eletrônica fica no setor. A planilha já é meio digital, e é justamente por isso que ela ilustra a diferença entre informatizar e transformar: ela guarda o dado, mas não conversa com os outros dois. Quem consolida é uma pessoa, quando alguém a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Resposta às questões de estudo
Esta frase final precisa ecoar o slide do problema. É o fechamento do arco, dizer devagar. Em seguida, a aplicabilidade: o encadeamento não é exclusivo do material aeroterrestre, serve a qualquer Órgão Provedor que controle material por item, com vida útil e histórico. E a ressalva de Arora, Bhatia e Sidharth: em depósito militar, prontidão tecnológica não se compra com equipamento, depende de maturidade organizacional e capacitação. É o que o caso do 21º Depósito de Suprimento mostrou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 Deixe este slide na tela durante o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Transformação digital da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2026-09-13T13:53:33Z</dcterms:created>
  <dcterms:modified xsi:type="dcterms:W3CDTF">2026-09-13T13:53:33Z</dcterms:modified>
</cp:coreProperties>
</file>