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Dois depósitos
Slide de contraste, e é preciso dizer isso em voz alta para a plateia não ler como crítica ao batalhão. O armazém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O controle é uma prancheta
Slide de uma frase. Deixar a foto respirar dois segundos antes de falar. É a imagem que amarra os 65,5 por cento do slide anterior: o controle existe, é rigoroso e é feito por gente competente, mas nasce e morre naquele papel. Nada do que está ali chega ao setor seguinte sem alguém digitar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percebido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Evidências de campo
Este é o slide emocional da apresentação. Deixar a foto respirar dois segundos antes de falar. Amarrar ao 2,86 de rastreabilidade,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Resposta à questão central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O batalhão já se move
Este slide muda o peso da apresentação: mostra que a pesquisa não propõe uma hipótese de gabinete, ela chega junto com um plano institucional em execução. O SISPQD de 2009 serve para dizer que a ideia é antiga no batalhão e que só agora a tecnologia e o orçamento a alcançaram. Não citar valores em voz alta sem necessidade: o estudo de viabilidade é documento interno e ainda não tem aprovação formal registrada.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split orient="horz" dir="out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2026-09-08T01:15:45Z</dcterms:created>
  <dcterms:modified xsi:type="dcterms:W3CDTF">2026-09-08T01:15:45Z</dcterms:modified>
</cp:coreProperties>
</file>