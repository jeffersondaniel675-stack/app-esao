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</p:sldIdLst>
  <p:notesMasterIdLst>
    <p:notesMasterId r:id="rId46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notesMaster" Target="notesMasters/notesMaster1.xml"/><Relationship Id="rId47" Type="http://schemas.openxmlformats.org/officeDocument/2006/relationships/presProps" Target="presProps.xml"/><Relationship Id="rId48" Type="http://schemas.openxmlformats.org/officeDocument/2006/relationships/viewProps" Target="viewProps.xml"/><Relationship Id="rId49" Type="http://schemas.openxmlformats.org/officeDocument/2006/relationships/theme" Target="theme/theme1.xml"/><Relationship Id="rId5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1. Capa
Abertura em 40 segundos: quem sou, onde sirvo e por que este tema. Frase de entrada sugerida: "um paraquedas mal controlado não é um problema administrativo, é um problema de segurança de quem salta".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2. Roteiro
Anunciar o percurso em 30 segundos e avisar que os dados da pesquisa aparecem no bloco 04, e isso segura a atenção até lá.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3. Divisor · Introdução
Divisor: pausa curta, uma frase, seguir.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4. Contexto · Logística 4.0
Não gastar mais de 1 minuto. É pano de fundo, o assunto de verdade começa no próximo slide. Para dizer: a Indústria 4.0 se caracteriza pela automação, pela digitalização e pela integração entre sistemas físicos e digitais; aplicada à cadeia de suprimentos, deu origem à Logística 4.0, que incorpora tecnologia para aprimorar a decisão, reduzir custos e otimizar processos. Nas Forças Armadas, a Doutrina Militar Terrestre prevê logística compatível com operações de amplo espectro, com ênfase em tecnologias que ampliem eficiência e integração.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5. O B DOMPSA e o Mat Aet
Aqui é onde a plateia civil ou de outra arma entende o objeto. Se houver tempo, contar em uma frase o que é a dobragem e por que 100 saltos importam.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6. Problema de pesquisa
Slide-chave. Ler a pergunta devagar, olhando para a banca. Se levarem uma única coisa da apresentação, é esta frase.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7. Questões de estudo
Avisar que elas voltam no fim, isso cria expectativa e fecha o arco da apresentação.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8. Objetivos
Mostrar o alinhamento: cada objetivo específico tem um bloco de resultados correspondente mais à frente.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9. Justificativa
O OEE nº 24 é o argumento mais forte diante de uma banca militar. Guardá-lo para o final da fala deste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10. Divisor · Referencial
Transição: "estabelecido o problema, vejamos o que já se sabe".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11. Da Indústria 4.0 à Logística 4.0
Fechar dizendo em que ponto dessa linha está o B DOMPSA hoje, entre o registro manual e a informatização parcial.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12. Dois depósitos
Slide de contraste, e é preciso dizer isso em voz alta para a plateia não ler como crítica ao batalhão. O armazém da esquerda é uma ilustração do que a indústria chama de Logística 4.0; o da direita é real e funciona, com norma técnica rigorosa e gente competente. O que falta de um lado para o outro não é zelo, é instrumento de registro. Amarrar com a linha do tempo do slide anterior: o B DOMPSA está entre o registro manual e a informatização parcial.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13. O recorte do estudo
Slide de delimitação, e ele existe por causa desta plateia: num congresso de Logística 4.0 ninguém precisa que expliquem o que é blockchain. O que interessa é por que estas três, e não as outras sete. A resposta está nos gargalos medidos, dizer isso e seguir.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14. IoT, Big Data e IA
Uma frase por tecnologia. Amarrar cada uma a um problema concreto do batalhão: IoT ao paraquedas etiquetado, Big Data ao histórico de saltos, IA à reposição.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15. Base doutrinária
Não ler a tabela. Comentar só a terceira coluna, é ela que sustenta a legitimidade da proposta.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16. Lacuna de pesquisa
Momento de virada do bloco teórico. Frase curta, pausa, seguir para a metodologia.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17. Divisor · Metodologia
Aqui a banca presta mais atenção. Ritmo mais lento, precisão nos termos.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18. Delineamento da pesquisa
Justificar em uma frase por eixo. Evitar decorar definições, explicar por que couberam ao objeto.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19. Amostra e coleta
A taxa de retorno de 67,4% é alta para pesquisa desse tipo, e vale dizer isso em voz alta: sustenta a validade da amostra.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20. Perfil da amostra
O argumento aqui é de autoridade da amostra: quem respondeu é quem mexe no material todo dia.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21. Instrumentos e análise
Destacar a triangulação: nenhuma conclusão se apoia numa fonte só. É o ponto que mais rende pergunta de banca.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22. Divisor · Resultados
Ponto alto da apresentação. Subir a energia da voz aqui.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23. O depósito
Deixar o vídeo correr e falar por cima, sem apressar. Quinze a vinte segundos bastam: a plateia precisa sentir o tamanho do acervo antes de ver as médias. Clicar no vídeo pausa, se quiser congelar numa prateleira específica.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24. Panorama dos achados
Dar três segundos de silêncio depois de mostrar os quatro números. Deixar a plateia ler antes de falar.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25. Diagnóstico do modelo atual
A leitura é esta: o único indicador acima de 4 é justamente o que não deveria estar, a dependência do papel. E o mais baixo é a rastreabilidade, que é exatamente o que a segurança do salto exige.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26. Etapas críticas
Frase-chave deste slide: o gargalo é informacional, não físico. Ela costura o diagnóstico à proposta tecnológica.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27. Problemas recorrentes
Os cinco primeiros problemas são, todos, sintomas do mesmo mal: a informação não circula. Dizer isso explicitamente.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28. O controle é uma prancheta
Slide de uma frase. Deixar a foto respirar dois segundos antes de falar. É a imagem que amarra os 65,5 por cento do slide anterior: o controle existe, é rigoroso e é feito por gente competente, mas nasce e morre naquele papel. Nada do que está ali chega ao setor seguinte sem alguém digitar de novo.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29. Potencial percebido
A percepção favorável é praticamente unânime. Isso importa porque adoção de tecnologia falha, quase sempre, por resistência, e aqui ela não aparece como principal barreira.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30. Aspectos mais beneficiados
Coincidência importante: o que dói é o que eles esperam que a tecnologia resolva. Sobreposição perfeita entre diagnóstico e expectativa.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31. Barreiras à adoção
Reconhecer as barreiras dá credibilidade e prepara o terreno para a proposta gradual do POP. Não passar rápido por este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32. Entrevista · SisCAAeT
Esta é a evidência de viabilidade mais forte do trabalho: não é hipótese, é sistema rodando em contexto militar semelhante.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33. Entrevista · Cel Lana
O ponto do Cel Lana eleva o problema de administrativo para operacional: controle falho significa material vencido em uso. Falar isso com peso.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34. Entrevista · Prof. Santos
Esta distinção é o que impede a banca de concluir que basta informatizar. Vale repetir a expressão "fonte única da verdade".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35. Evidências de campo
Este é o slide emocional da apresentação. Deixar a foto respirar dois segundos antes de falar. Amarrar ao 2,86 de rastreabilidade, é o argumento que transforma o dado em consequência real.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36. Síntese interpretativa
Este é o slide que amarra tudo. Percorrer linha por linha, da esquerda para a direita, sem ler literalmente.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37. Divisor · Conclusão
Sinalizar o fechamento. A plateia se reorganiza quando percebe que a conclusão começou.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38. Resposta à questão central
Esta frase final precisa ecoar o slide do problema. É o fechamento do arco, dizer devagar.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39. Proposta · POP em 4 fases
Começar pelo desenho de cima: hoje o dado passa por três mãos antes de virar decisão, e a decisão só existe quando alguém consolida. Embaixo, a etiqueta é lida na própria etapa e o comando enxerga no mesmo instante. Só depois percorrer as quatro fases. Ter em mente as 12 etapas do apêndice, caso peçam detalhe.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40. Limitações e trabalhos futuros
Assumir as limitações com naturalidade: reconhecê-las é sinal de domínio, não de fraqueza. No requisito operacional, insistir: o B DOMPSA opera fora de sede, e um sistema que só funciona com rede e energia estáveis não serve. Ou ele trabalha off-line e sincroniza depois, ou não passa do depósito. É a diferença entre um sistema de escritório e um sistema de campanha.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41. Prova de conceito
Resultado negativo, e apresentar como tal. Numa plateia técnica isso vale mais que um número inflado: mostra que o pipeline roda sobre dado real e que os critérios de avaliação foram aplicados sem maquiagem. O MAE de 113 equivale a 72 por cento do consumo médio do item, ou seja, o erro é da ordem de grandeza do próprio consumo. Dizer que é prova de conceito, não o modelo da dissertação.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42. Por que o modelo erra
Aqui o arco fecha. O TCC mostrou que o dado não circula; a prova de conceito mostra que, sem esse dado, prever não funciona. Os cinco itens do gráfico concentram 60 por cento do consumo do período, e são justamente os que o modelo não vê. É o argumento mais forte da apresentação para o mestrado: não estou pedindo para treinar um modelo melhor, estou mostrando que primeiro é preciso registrar a informação que explica a demanda.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43. Referências
Slide de passagem rápida. Serve à banca, não à plateia.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44. Encerramento
Ler o mandamento devagar e deixar o silêncio trabalhar. Numa plateia de logística quase ninguém conhece esse texto, e ele explica em três linhas por que rastreabilidade de Mat Aet não é assunto administrativo. Depois dele, só o agradecimento falado: dizer o nome do congresso, agradecer a atenção e parar. O silêncio que vem em seguida é do público, não seu.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jpg"/><Relationship Id="rId2" Type="http://schemas.openxmlformats.org/officeDocument/2006/relationships/video" Target="../media/media-23-2.mp4"/><Relationship Id="rId3" Type="http://schemas.microsoft.com/office/2007/relationships/media" Target="../media/media-23-2.mp4"/><Relationship Id="rId4" Type="http://schemas.openxmlformats.org/officeDocument/2006/relationships/image" Target="../media/image-2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5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8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9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0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2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01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02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pull dir="u"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03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cover dir="l"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04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push dir="l"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05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push dir="r"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06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zoom dir="in"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07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wedge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08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newsflash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09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dissolve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10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cover dir="l"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11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push dir="l"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12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13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14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pull dir="u"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15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16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zoom dir="in"/>
  </p:transition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17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cover dir="l"/>
  </p:transition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18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wedge/>
  </p:transition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19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pull dir="u"/>
  </p:transition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20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push dir="r"/>
  </p:transition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21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push dir="l"/>
  </p:transition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22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cover dir="l"/>
  </p:transition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23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4" name="Media 0">
            <a:hlinkClick r:id="" action="ppaction://media"/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792460" y="845799"/>
            <a:ext cx="3771806" cy="5029074"/>
          </a:xfrm>
          <a:prstGeom prst="rect">
            <a:avLst/>
          </a:prstGeom>
        </p:spPr>
      </p:pic>
    </p:spTree>
  </p:cSld>
  <p:clrMapOvr>
    <a:masterClrMapping/>
  </p:clrMapOvr>
  <p:transition spd="med">
    <p:circle/>
  </p:transition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24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zoom dir="in"/>
  </p:transition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25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pull dir="u"/>
  </p:transition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26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push dir="r"/>
  </p:transition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27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push dir="l"/>
  </p:transition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28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circle/>
  </p:transition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29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newsflash/>
  </p:transition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30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pull dir="u"/>
  </p:transition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31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wedge/>
  </p:transition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32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circle/>
  </p:transition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33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34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dissolve/>
  </p:transition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35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split orient="horz" dir="out"/>
  </p:transition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36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37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cover dir="l"/>
  </p:transition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38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wedge/>
  </p:transition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39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pull dir="u"/>
  </p:transition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40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push dir="r"/>
  </p:transition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41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wedge/>
  </p:transition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42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pull dir="u"/>
  </p:transition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43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44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dissolv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44</Slides>
  <Notes>44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44</vt:i4>
      </vt:variant>
    </vt:vector>
  </HeadingPairs>
  <TitlesOfParts>
    <vt:vector size="4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</vt:vector>
  </TitlesOfParts>
  <Company>Escola de Aperfeiçoamento de Oficiais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IoT, Big Data e inteligência artificial na gestão do material aeroterrestre</dc:title>
  <dc:subject>Estudo aplicado ao B DOMPSA</dc:subject>
  <dc:creator>Cap Jefferson Daniel Ferreira Martins</dc:creator>
  <cp:lastModifiedBy>Cap Jefferson Daniel Ferreira Martins</cp:lastModifiedBy>
  <cp:revision>1</cp:revision>
  <dcterms:created xsi:type="dcterms:W3CDTF">2026-09-07T18:03:26Z</dcterms:created>
  <dcterms:modified xsi:type="dcterms:W3CDTF">2026-09-07T18:03:26Z</dcterms:modified>
</cp:coreProperties>
</file>