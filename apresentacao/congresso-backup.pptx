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 Deixe este slide na tela durante o debate. Se alguém pedir o quadro completo da pesquisa, digite 29 e Enter para chegar ao anexo.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Quadro completo da pesquisa
Anexo, fora do tempo da apresentação. Não passe por ele na sequência: depois do mandamento, pare. Guarde esta tela para o debate, quando alguém pedir o quadro completo ou os números todos de uma vez. Para chegar aqui na hora, digite 29 e Enter. O mesmo quadro está no arquivo infografico-log40.png, para enviar a quem 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2026-09-11T09:15:32Z</dcterms:created>
  <dcterms:modified xsi:type="dcterms:W3CDTF">2026-09-11T09:15:32Z</dcterms:modified>
</cp:coreProperties>
</file>