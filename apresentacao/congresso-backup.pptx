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O comandante do Batalhão está na plateia. Diga em voz alta, antes de comentar as fotos, que o controle existe, é rigoroso e cumpre a norma, e que a limitação apontada é de instrumento de registro. Nenhum achado desta pesquisa é sobre execução. As quatro fotos seguem o fluxo real do material, da pista ao interior da aeronave. Para os civis, explique em uma frase o que é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Resposta às questões de estudo
Esta frase final precisa ecoar o slide do problema. É o fechamento do arco, dizer devagar. Em seguida, a aplicabilidade: o encadeamento não é exclusivo do material aeroterrestre, serve a qualquer Órgão Provedor que controle material por item, com vida útil e histórico. E a ressalva de Arora, Bhatia e Sidharth: em depósito militar, prontidão tecnológica não se compra com equipamento, depende de maturidade organizacional e capacitação. É o que o caso do 21º Depósito de Suprimento mostrou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 Antes de abrir para perguntas, avise que o QR ao lado do contato traz o resumo da palestra, e deixe este slide na tela durante todo o debate: é enquanto se responde que a plateia fotografa. O código não é um link, é o texto do resumo em si, então funciona mesmo sem internet no celular de quem lê.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Quadro completo da pesquisa
Anexo, fora do tempo da apresentação. Não passe por ele na sequência: depois do mandamento, pare. Guarde esta tela para o debate, quando alguém pedir o quadro completo ou os números todos de uma vez. Para chegar aqui na hora, digite 29 e Enter. O mesmo quadro está no arquivo infografico-log40.png, para enviar a quem 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qr-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708" y="3466974"/>
            <a:ext cx="2336742" cy="2336742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Transformação digital da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2026-09-11T02:22:00Z</dcterms:created>
  <dcterms:modified xsi:type="dcterms:W3CDTF">2026-09-11T02:22:00Z</dcterms:modified>
</cp:coreProperties>
</file>